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54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ith Kumar S" userId="2c460b44561a476d" providerId="LiveId" clId="{7BC59A75-D0AD-4B88-BD0D-7C397EC9F942}"/>
    <pc:docChg chg="modSld">
      <pc:chgData name="Sujith Kumar S" userId="2c460b44561a476d" providerId="LiveId" clId="{7BC59A75-D0AD-4B88-BD0D-7C397EC9F942}" dt="2026-09-03T07:08:33.208" v="2" actId="1076"/>
      <pc:docMkLst>
        <pc:docMk/>
      </pc:docMkLst>
      <pc:sldChg chg="modSp mod">
        <pc:chgData name="Sujith Kumar S" userId="2c460b44561a476d" providerId="LiveId" clId="{7BC59A75-D0AD-4B88-BD0D-7C397EC9F942}" dt="2026-09-03T07:08:33.208" v="2" actId="1076"/>
        <pc:sldMkLst>
          <pc:docMk/>
          <pc:sldMk cId="0" sldId="259"/>
        </pc:sldMkLst>
        <pc:picChg chg="mod">
          <ac:chgData name="Sujith Kumar S" userId="2c460b44561a476d" providerId="LiveId" clId="{7BC59A75-D0AD-4B88-BD0D-7C397EC9F942}" dt="2026-09-03T07:08:33.208" v="2" actId="1076"/>
          <ac:picMkLst>
            <pc:docMk/>
            <pc:sldMk cId="0" sldId="259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D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62B30"/>
                </a:solidFill>
              </a:defRPr>
            </a:pPr>
            <a:r>
              <a:t>Walmart Sales &amp; Profit Dashboard</a:t>
            </a:r>
          </a:p>
          <a:p>
            <a:pPr>
              <a:defRPr sz="2200">
                <a:solidFill>
                  <a:srgbClr val="3D6974"/>
                </a:solidFill>
              </a:defRPr>
            </a:pPr>
            <a:r>
              <a:t>Internship Task 4 —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9260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F666C"/>
                </a:solidFill>
              </a:defRPr>
            </a:pPr>
            <a:r>
              <a:t>Interactive business dashboard developed using Microsoft Power BI.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4160520"/>
            <a:ext cx="2514600" cy="530352"/>
          </a:xfrm>
          <a:prstGeom prst="roundRect">
            <a:avLst/>
          </a:prstGeom>
          <a:solidFill>
            <a:srgbClr val="E1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62B30"/>
                </a:solidFill>
              </a:defRPr>
            </a:pPr>
            <a:r>
              <a:t>Tool: Microsoft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B30"/>
                </a:solidFill>
              </a:defRPr>
            </a:pPr>
            <a:r>
              <a:t>Task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66C"/>
                </a:solidFill>
              </a:defRPr>
            </a:pPr>
            <a:r>
              <a:t>Task 4: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Design an interactive dashboard for business stakeholders.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Choose appropriate KPIs such as Sales, Profit and Growth.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Use slicers/filters to make the dashboard interactive.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Include time-series analysis to understand trends over time.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Use cards for totals and summary information.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Apply a consistent visual theme and add navigation if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B30"/>
                </a:solidFill>
              </a:defRPr>
            </a:pPr>
            <a:r>
              <a:t>Dataset &amp;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66C"/>
                </a:solidFill>
              </a:defRPr>
            </a:pPr>
            <a:r>
              <a:t>Implementation used for the internship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Dataset: Sales/Financial data used for Walmart sales and profit analysis.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Visualization tool: Microsoft Power BI.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The dashboard was designed for business stakeholders to monitor performance.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Interactive filters allow users to explore the dashboard by Year, Geography and Category.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The design combines KPI cards, trend charts and category comparisons.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B30"/>
                </a:solidFill>
              </a:defRPr>
            </a:pPr>
            <a: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66C"/>
                </a:solidFill>
              </a:defRPr>
            </a:pPr>
            <a:r>
              <a:t>Walmart Sales &amp; Profit Dashboard created in Power BI</a:t>
            </a:r>
          </a:p>
        </p:txBody>
      </p:sp>
      <p:pic>
        <p:nvPicPr>
          <p:cNvPr id="4" name="Picture 3" descr="753a413b-b863-45af-907e-7d9fe323b2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24080"/>
            <a:ext cx="11155680" cy="5433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B30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66C"/>
                </a:solidFill>
              </a:defRPr>
            </a:pPr>
            <a:r>
              <a:t>Summary cards used to communicate business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5F666C"/>
                </a:solidFill>
              </a:defRPr>
            </a:pPr>
            <a:r>
              <a:t>Total Sales</a:t>
            </a:r>
          </a:p>
          <a:p>
            <a:pPr algn="ctr">
              <a:defRPr sz="2100" b="1">
                <a:solidFill>
                  <a:srgbClr val="262B30"/>
                </a:solidFill>
              </a:defRPr>
            </a:pPr>
            <a:r>
              <a:t>₹725.46K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208" y="141732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5F666C"/>
                </a:solidFill>
              </a:defRPr>
            </a:pPr>
            <a:r>
              <a:t>Total Profit</a:t>
            </a:r>
          </a:p>
          <a:p>
            <a:pPr algn="ctr">
              <a:defRPr sz="2100" b="1">
                <a:solidFill>
                  <a:srgbClr val="262B30"/>
                </a:solidFill>
              </a:defRPr>
            </a:pPr>
            <a:r>
              <a:t>₹108.42K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141732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5F666C"/>
                </a:solidFill>
              </a:defRPr>
            </a:pPr>
            <a:r>
              <a:t>Total Orders</a:t>
            </a:r>
          </a:p>
          <a:p>
            <a:pPr algn="ctr">
              <a:defRPr sz="2100" b="1">
                <a:solidFill>
                  <a:srgbClr val="262B30"/>
                </a:solidFill>
              </a:defRPr>
            </a:pPr>
            <a:r>
              <a:t>₹1.61K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5783" y="141732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5F666C"/>
                </a:solidFill>
              </a:defRPr>
            </a:pPr>
            <a:r>
              <a:t>Total Quantity</a:t>
            </a:r>
          </a:p>
          <a:p>
            <a:pPr algn="ctr">
              <a:defRPr sz="2100" b="1">
                <a:solidFill>
                  <a:srgbClr val="262B30"/>
                </a:solidFill>
              </a:defRPr>
            </a:pPr>
            <a:r>
              <a:t>₹12.3K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0072" y="141732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5F666C"/>
                </a:solidFill>
              </a:defRPr>
            </a:pPr>
            <a:r>
              <a:t>Sales Growth</a:t>
            </a:r>
          </a:p>
          <a:p>
            <a:pPr algn="ctr">
              <a:defRPr sz="2100" b="1">
                <a:solidFill>
                  <a:srgbClr val="262B30"/>
                </a:solidFill>
              </a:defRPr>
            </a:pPr>
            <a:r>
              <a:t>52.78%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62B30"/>
                </a:solidFill>
              </a:defRPr>
            </a:pPr>
            <a:r>
              <a:t>KPI cards provide a quick summary for stakeholders.</a:t>
            </a:r>
          </a:p>
          <a:p>
            <a:pPr>
              <a:spcAft>
                <a:spcPts val="1400"/>
              </a:spcAft>
              <a:defRPr sz="1800">
                <a:solidFill>
                  <a:srgbClr val="262B30"/>
                </a:solidFill>
              </a:defRPr>
            </a:pPr>
            <a:r>
              <a:t>Sales, Profit and Growth directly address the task's suggested KPIs.</a:t>
            </a:r>
          </a:p>
          <a:p>
            <a:pPr>
              <a:spcAft>
                <a:spcPts val="1400"/>
              </a:spcAft>
              <a:defRPr sz="1800">
                <a:solidFill>
                  <a:srgbClr val="262B30"/>
                </a:solidFill>
              </a:defRPr>
            </a:pPr>
            <a:r>
              <a:t>Orders and Quantity provide additional operational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B30"/>
                </a:solidFill>
              </a:defRPr>
            </a:pPr>
            <a:r>
              <a:t>Dashboard Interactivity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66C"/>
                </a:solidFill>
              </a:defRPr>
            </a:pPr>
            <a:r>
              <a:t>Filters/slicers implemented in the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Year filter — allows users to focus on a selected year.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Geography filter — supports analysis across geographic selections.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Category filter — allows users to investigate individual product categories.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Interactive filtering helps stakeholders move from an overall view to a focused analysis.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These filters satisfy the task requirement to use slicers/filters for interactivity.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B30"/>
                </a:solidFill>
              </a:defRPr>
            </a:pPr>
            <a:r>
              <a:t>Time-Series &amp; Category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Monthly Sales Trend — visualizes sales movement across the months.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Monthly Profit Trend — shows changes in monthly profitability.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Profit by Category — compares category-level contribution to profit.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Sales by Category — ranks categories according to sales performance.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The combination supports both trend analysis and category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B30"/>
                </a:solidFill>
              </a:defRPr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66C"/>
                </a:solidFill>
              </a:defRPr>
            </a:pPr>
            <a:r>
              <a:t>Based on the values and visual patterns shown in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Total Sales: approximately ₹725.46K.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Total Profit: approximately ₹108.42K.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Sales Growth: 52.78% in the displayed dashboard view.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Copiers are the highest-profit category in the displayed analysis.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Chairs and Phones are among the leading categories by sales.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Monthly sales and profit fluctuate, making trend monitoring useful for business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B30"/>
                </a:solidFill>
              </a:defRPr>
            </a:pPr>
            <a:r>
              <a:t>Business Value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The dashboard converts sales data into a clear business performance view.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Stakeholders can quickly monitor sales, profit, orders, quantity and growth.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Filters make it possible to explore performance from different perspectives.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Trend charts help identify changes over time, while category charts support comparison.</a:t>
            </a:r>
          </a:p>
          <a:p>
            <a:pPr>
              <a:spcAft>
                <a:spcPts val="1400"/>
              </a:spcAft>
              <a:defRPr sz="1900">
                <a:solidFill>
                  <a:srgbClr val="262B30"/>
                </a:solidFill>
              </a:defRPr>
            </a:pPr>
            <a:r>
              <a:t>The dashboard meets the core Task 4 objective of creating an interactive stakeholder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B30"/>
                </a:solidFill>
              </a:defRPr>
            </a:pPr>
            <a:r>
              <a:t>Task 4 Interview Questions — Quick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50">
                <a:solidFill>
                  <a:srgbClr val="262B30"/>
                </a:solidFill>
              </a:defRPr>
            </a:pPr>
            <a:r>
              <a:t>Key elements of a dashboard → KPIs, filters/slicers, charts, summaries and a clear layout.</a:t>
            </a:r>
          </a:p>
          <a:p>
            <a:pPr>
              <a:spcAft>
                <a:spcPts val="1400"/>
              </a:spcAft>
              <a:defRPr sz="1550">
                <a:solidFill>
                  <a:srgbClr val="262B30"/>
                </a:solidFill>
              </a:defRPr>
            </a:pPr>
            <a:r>
              <a:t>KPI → A measurable value used to track business performance.</a:t>
            </a:r>
          </a:p>
          <a:p>
            <a:pPr>
              <a:spcAft>
                <a:spcPts val="1400"/>
              </a:spcAft>
              <a:defRPr sz="1550">
                <a:solidFill>
                  <a:srgbClr val="262B30"/>
                </a:solidFill>
              </a:defRPr>
            </a:pPr>
            <a:r>
              <a:t>Slicer in Power BI → An interactive visual filter used to filter dashboard data.</a:t>
            </a:r>
          </a:p>
          <a:p>
            <a:pPr>
              <a:spcAft>
                <a:spcPts val="1400"/>
              </a:spcAft>
              <a:defRPr sz="1550">
                <a:solidFill>
                  <a:srgbClr val="262B30"/>
                </a:solidFill>
              </a:defRPr>
            </a:pPr>
            <a:r>
              <a:t>Power BI vs Tableau → Both are business-intelligence and visualization tools; this task was completed using Power BI.</a:t>
            </a:r>
          </a:p>
          <a:p>
            <a:pPr>
              <a:spcAft>
                <a:spcPts val="1400"/>
              </a:spcAft>
              <a:defRPr sz="1550">
                <a:solidFill>
                  <a:srgbClr val="262B30"/>
                </a:solidFill>
              </a:defRPr>
            </a:pPr>
            <a:r>
              <a:t>How to make a dashboard interactive → Use slicers/filters and interactive visuals.</a:t>
            </a:r>
          </a:p>
          <a:p>
            <a:pPr>
              <a:spcAft>
                <a:spcPts val="1400"/>
              </a:spcAft>
              <a:defRPr sz="1550">
                <a:solidFill>
                  <a:srgbClr val="262B30"/>
                </a:solidFill>
              </a:defRPr>
            </a:pPr>
            <a:r>
              <a:t>Large datasets → Optimize the data model, reduce unnecessary data/columns and use efficient calculations.</a:t>
            </a:r>
          </a:p>
          <a:p>
            <a:pPr>
              <a:spcAft>
                <a:spcPts val="1400"/>
              </a:spcAft>
              <a:defRPr sz="1550">
                <a:solidFill>
                  <a:srgbClr val="262B30"/>
                </a:solidFill>
              </a:defRPr>
            </a:pPr>
            <a:r>
              <a:t>Trend analysis charts → Line charts are suitable for showing changes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C"/>
                </a:solidFill>
              </a:defRPr>
            </a:pPr>
            <a:r>
              <a:t>Data Analyst Internship • Task 4: Dashboard Design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718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Sujith Kumar S</cp:lastModifiedBy>
  <cp:revision>1</cp:revision>
  <dcterms:created xsi:type="dcterms:W3CDTF">2013-01-27T09:14:16Z</dcterms:created>
  <dcterms:modified xsi:type="dcterms:W3CDTF">2026-09-03T07:08:36Z</dcterms:modified>
  <cp:category/>
</cp:coreProperties>
</file>